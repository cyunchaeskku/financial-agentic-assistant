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Agentic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Financial Intelligence Platform</a:t>
            </a:r>
          </a:p>
          <a:p>
            <a:r>
              <a:t>for Executive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금융 데이터를 시각적 인사이트로 전환</a:t>
            </a:r>
          </a:p>
          <a:p>
            <a:r>
              <a:t>- 경영진이 즉시 이해 가능한 대시보드 제공</a:t>
            </a:r>
          </a:p>
          <a:p>
            <a:r>
              <a:t>- 의사결정 속도와 품질 동시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Industry AS-IS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데이터는 분산되어 있고 표 중심</a:t>
            </a:r>
          </a:p>
          <a:p>
            <a:r>
              <a:t>- 경영진이 직관적으로 이해하기 어려움</a:t>
            </a:r>
          </a:p>
          <a:p>
            <a:r>
              <a:t>- 분석과 의사결정 간 단절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TO-BE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자동 수집·정제·분석</a:t>
            </a:r>
          </a:p>
          <a:p>
            <a:r>
              <a:t>- 시각화 중심 인사이트 제공</a:t>
            </a:r>
          </a:p>
          <a:p>
            <a:r>
              <a:t>- 데이터 해석 부담 최소화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Agentic AI 기반 분석 오케스트레이션</a:t>
            </a:r>
          </a:p>
          <a:p>
            <a:r>
              <a:t>- Visualization Layer 결합</a:t>
            </a:r>
          </a:p>
          <a:p>
            <a:r>
              <a:t>- 질문 → 인사이트 → 결정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as Key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추이, 비교, 변화 포인트 강조</a:t>
            </a:r>
          </a:p>
          <a:p>
            <a:r>
              <a:t>- 흩어진 데이터를 한 눈에 파악</a:t>
            </a:r>
          </a:p>
          <a:p>
            <a:r>
              <a:t>- 보고용 자료로 즉시 활용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Decision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의사결정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단축</a:t>
            </a:r>
            <a:endParaRPr dirty="0"/>
          </a:p>
          <a:p>
            <a:r>
              <a:rPr dirty="0"/>
              <a:t>-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감소</a:t>
            </a:r>
            <a:endParaRPr dirty="0"/>
          </a:p>
          <a:p>
            <a:r>
              <a:rPr dirty="0"/>
              <a:t>-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정착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정형/비정형 금융 데이터 통합</a:t>
            </a:r>
          </a:p>
          <a:p>
            <a:r>
              <a:t>- 대시보드, 요약, 자동 리포트 제공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Layer</a:t>
            </a:r>
          </a:p>
          <a:p>
            <a:r>
              <a:t>- Agent Layer</a:t>
            </a:r>
          </a:p>
          <a:p>
            <a:r>
              <a:t>- Visualization Layer</a:t>
            </a:r>
          </a:p>
          <a:p>
            <a:r>
              <a:t>- Application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흩어진 금융 데이터를</a:t>
            </a:r>
          </a:p>
          <a:p>
            <a:r>
              <a:t>경영진이 즉시 판단 가능한</a:t>
            </a:r>
          </a:p>
          <a:p>
            <a:r>
              <a:t>시각적 인사이트로 전환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</Words>
  <Application>Microsoft Macintosh PowerPoint</Application>
  <PresentationFormat>화면 슬라이드 쇼(4:3)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Financial Agentic Assistant</vt:lpstr>
      <vt:lpstr>Executive Summary</vt:lpstr>
      <vt:lpstr>Financial Industry AS-IS</vt:lpstr>
      <vt:lpstr>TO-BE Vision</vt:lpstr>
      <vt:lpstr>Solution Overview</vt:lpstr>
      <vt:lpstr>Visualization as Key Value</vt:lpstr>
      <vt:lpstr>Executive Decision Enablement</vt:lpstr>
      <vt:lpstr>Coverage Scope</vt:lpstr>
      <vt:lpstr>System Architecture</vt:lpstr>
      <vt:lpstr>Key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윤채 최</cp:lastModifiedBy>
  <cp:revision>3</cp:revision>
  <dcterms:created xsi:type="dcterms:W3CDTF">2013-01-27T09:14:16Z</dcterms:created>
  <dcterms:modified xsi:type="dcterms:W3CDTF">2026-01-10T07:59:24Z</dcterms:modified>
  <cp:category/>
</cp:coreProperties>
</file>